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BFF87-DFF1-4A8C-81D5-29140F17CC9C}" v="528" dt="2026-03-10T15:33:12.2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81B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81B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81B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81B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A81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86106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81B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7264" y="2318808"/>
            <a:ext cx="3264002" cy="4214615"/>
          </a:xfrm>
          <a:prstGeom prst="rect">
            <a:avLst/>
          </a:prstGeom>
        </p:spPr>
        <p:txBody>
          <a:bodyPr vert="horz" wrap="square" lIns="0" tIns="46355" rIns="0" bIns="0" rtlCol="0" anchor="t">
            <a:spAutoFit/>
          </a:bodyPr>
          <a:lstStyle/>
          <a:p>
            <a:pPr algn="ctr">
              <a:spcBef>
                <a:spcPts val="365"/>
              </a:spcBef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TIC TAC TOE ARENA</a:t>
            </a:r>
          </a:p>
          <a:p>
            <a:pPr algn="ctr">
              <a:spcBef>
                <a:spcPts val="365"/>
              </a:spcBef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</a:p>
          <a:p>
            <a:pPr algn="ctr">
              <a:spcBef>
                <a:spcPts val="365"/>
              </a:spcBef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BHUVISHA GOHIL</a:t>
            </a:r>
          </a:p>
          <a:p>
            <a:pPr algn="ctr">
              <a:spcBef>
                <a:spcPts val="365"/>
              </a:spcBef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150096725190 </a:t>
            </a:r>
          </a:p>
          <a:p>
            <a:pPr algn="ctr"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65"/>
              </a:spcBef>
            </a:pP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110"/>
              </a:spcBef>
            </a:pPr>
            <a:endParaRPr lang="en-US" sz="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237" y="685396"/>
            <a:ext cx="3819524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0020" y="669023"/>
            <a:ext cx="7805780" cy="315162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53340" rIns="0" bIns="0" rtlCol="0" anchor="t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endParaRPr lang="en-US" sz="1800" spc="-10" dirty="0">
              <a:solidFill>
                <a:srgbClr val="595959"/>
              </a:solidFill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4199" y="3992273"/>
            <a:ext cx="918099" cy="88425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B87034B-05A9-3D1D-87AC-1E7501E0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07" y="158266"/>
            <a:ext cx="6020888" cy="384721"/>
          </a:xfrm>
        </p:spPr>
        <p:txBody>
          <a:bodyPr wrap="square" lIns="0" tIns="0" rIns="0" bIns="0" anchor="t">
            <a:spAutoFit/>
          </a:bodyPr>
          <a:lstStyle/>
          <a:p>
            <a:pPr marL="457200" indent="-457200">
              <a:buAutoNum type="arabicPeriod"/>
            </a:pPr>
            <a:r>
              <a:rPr lang="en-US" dirty="0"/>
              <a:t>Problem Statement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A5391-00B8-9195-B5E0-752203E95281}"/>
              </a:ext>
            </a:extLst>
          </p:cNvPr>
          <p:cNvSpPr txBox="1"/>
          <p:nvPr/>
        </p:nvSpPr>
        <p:spPr>
          <a:xfrm>
            <a:off x="559253" y="669472"/>
            <a:ext cx="467128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Most existing online Tic Tac Toe games are very simple and only provide the basic gameplay experience. They generally lack advanced features that make the game more engaging for users.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 dirty="0"/>
              <a:t>Some common limitations include: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No score tracking system across multiple matches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Lack of player progression or ranking system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No customization options such as themes or UI settings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Absence of community interaction features like forums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No motivation for players to continue playing after one game</a:t>
            </a:r>
          </a:p>
          <a:p>
            <a:r>
              <a:rPr lang="en-US" sz="1200" dirty="0"/>
              <a:t>These limitations reduce user engagement and long-term interaction with the platform.</a:t>
            </a:r>
          </a:p>
          <a:p>
            <a:r>
              <a:rPr lang="en-US" sz="1200" b="1" dirty="0"/>
              <a:t>Objective of the Project</a:t>
            </a:r>
          </a:p>
          <a:p>
            <a:r>
              <a:rPr lang="en-US" sz="1200" dirty="0"/>
              <a:t>The objective of this project is to design and develop an interactive Tic Tac Toe web application that enhances the traditional gameplay by including additional features such as: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Real-time score tracking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Badge-based ranking system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Leaderboard for player comparison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Theme customization</a:t>
            </a:r>
          </a:p>
          <a:p>
            <a:pPr marL="228600" indent="-228600">
              <a:buFont typeface=""/>
              <a:buChar char="•"/>
            </a:pPr>
            <a:r>
              <a:rPr lang="en-US" sz="1200" dirty="0"/>
              <a:t>Forum for discussion and strategy sharing</a:t>
            </a:r>
          </a:p>
          <a:p>
            <a:pPr algn="ctr"/>
            <a:endParaRPr lang="en-US" sz="160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3A30B3-9850-B5AC-A1F4-505076E02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91" y="1115256"/>
            <a:ext cx="3900002" cy="22582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0B47-C9D4-F473-B000-A7D8361E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3145"/>
            <a:ext cx="7719059" cy="38880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2. Solution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9E4A3-6CCC-9BCF-2730-BE1FBAC1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805" y="532710"/>
            <a:ext cx="5360584" cy="3693319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ea typeface="+mn-lt"/>
                <a:cs typeface="+mn-lt"/>
              </a:rPr>
              <a:t>To solve the limitations of traditional Tic Tac Toe games, the project introduces </a:t>
            </a:r>
            <a:r>
              <a:rPr lang="en-US" sz="1200" b="1" dirty="0">
                <a:ea typeface="+mn-lt"/>
                <a:cs typeface="+mn-lt"/>
              </a:rPr>
              <a:t>TTT Arena</a:t>
            </a:r>
            <a:r>
              <a:rPr lang="en-US" sz="1200" dirty="0">
                <a:ea typeface="+mn-lt"/>
                <a:cs typeface="+mn-lt"/>
              </a:rPr>
              <a:t>, an advanced browser-based game platform.</a:t>
            </a:r>
            <a:endParaRPr lang="en-US" sz="1200" dirty="0"/>
          </a:p>
          <a:p>
            <a:pPr algn="l"/>
            <a:r>
              <a:rPr lang="en-US" sz="1200" dirty="0">
                <a:ea typeface="+mn-lt"/>
                <a:cs typeface="+mn-lt"/>
              </a:rPr>
              <a:t>TTT Arena is designed to provide a </a:t>
            </a:r>
            <a:r>
              <a:rPr lang="en-US" sz="1200" b="1" dirty="0">
                <a:ea typeface="+mn-lt"/>
                <a:cs typeface="+mn-lt"/>
              </a:rPr>
              <a:t>more engaging and interactive user experience</a:t>
            </a:r>
            <a:r>
              <a:rPr lang="en-US" sz="1200" dirty="0">
                <a:ea typeface="+mn-lt"/>
                <a:cs typeface="+mn-lt"/>
              </a:rPr>
              <a:t> while maintaining the simplicity of the original game.</a:t>
            </a:r>
            <a:endParaRPr lang="en-US" sz="1200" dirty="0"/>
          </a:p>
          <a:p>
            <a:pPr algn="l"/>
            <a:r>
              <a:rPr lang="en-US" sz="1200" dirty="0">
                <a:ea typeface="+mn-lt"/>
                <a:cs typeface="+mn-lt"/>
              </a:rPr>
              <a:t>Key features of the system include: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1. Interactive Game Board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A 3×3 grid where players take turns placing X and O.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2. Scoreboard System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Tracks wins, losses, and draws for each player.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3. Badge and Ranking System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Players earn badges based on their performance and number of wins.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4. Leaderboard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Displays top players ranked according to wins and win rate.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5. Community Forum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Allows players to share strategies, ask questions, and interact with other users.</a:t>
            </a:r>
            <a:endParaRPr lang="en-US" sz="1200" dirty="0"/>
          </a:p>
          <a:p>
            <a:pPr algn="l"/>
            <a:r>
              <a:rPr lang="en-US" sz="1200" b="1" dirty="0">
                <a:ea typeface="+mn-lt"/>
                <a:cs typeface="+mn-lt"/>
              </a:rPr>
              <a:t>6. Theme Customization</a:t>
            </a:r>
            <a:endParaRPr lang="en-US" sz="1200" dirty="0"/>
          </a:p>
          <a:p>
            <a:pPr marL="285750" indent="-285750" algn="l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Users can switch between </a:t>
            </a:r>
            <a:r>
              <a:rPr lang="en-US" sz="1200" b="1" dirty="0">
                <a:ea typeface="+mn-lt"/>
                <a:cs typeface="+mn-lt"/>
              </a:rPr>
              <a:t>Dark, Neon, and Light themes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/>
          </a:p>
          <a:p>
            <a:pPr algn="l"/>
            <a:r>
              <a:rPr lang="en-US" sz="1200" dirty="0">
                <a:ea typeface="+mn-lt"/>
                <a:cs typeface="+mn-lt"/>
              </a:rPr>
              <a:t>The platform is designed to work </a:t>
            </a:r>
            <a:r>
              <a:rPr lang="en-US" sz="1200" b="1" dirty="0">
                <a:ea typeface="+mn-lt"/>
                <a:cs typeface="+mn-lt"/>
              </a:rPr>
              <a:t>entirely within the browser</a:t>
            </a:r>
            <a:r>
              <a:rPr lang="en-US" sz="1200" dirty="0">
                <a:ea typeface="+mn-lt"/>
                <a:cs typeface="+mn-lt"/>
              </a:rPr>
              <a:t>, without requiring server-side integration.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6939C81-0B89-BA69-E21C-61A9E429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023" y="1176505"/>
            <a:ext cx="3681802" cy="24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6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C434-1BB4-CDBE-6FA3-1158ECF4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17445"/>
            <a:ext cx="8225245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3. Working/Methods &amp; Algorithms.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89F5-C8C6-DEA8-B8E7-5247AB545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31916"/>
            <a:ext cx="6147708" cy="440120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>
                <a:ea typeface="+mn-lt"/>
                <a:cs typeface="+mn-lt"/>
              </a:rPr>
              <a:t>The game logic is implemented using </a:t>
            </a:r>
            <a:r>
              <a:rPr lang="en-US" sz="1100" b="1">
                <a:ea typeface="+mn-lt"/>
                <a:cs typeface="+mn-lt"/>
              </a:rPr>
              <a:t>JavaScript algorithms</a:t>
            </a:r>
            <a:r>
              <a:rPr lang="en-US" sz="1100">
                <a:ea typeface="+mn-lt"/>
                <a:cs typeface="+mn-lt"/>
              </a:rPr>
              <a:t> that control gameplay and determine the outcome of each match.</a:t>
            </a:r>
            <a:endParaRPr lang="en-US" sz="1100" dirty="0"/>
          </a:p>
          <a:p>
            <a:pPr algn="l"/>
            <a:r>
              <a:rPr lang="en-US" sz="1100" b="1">
                <a:ea typeface="+mn-lt"/>
                <a:cs typeface="+mn-lt"/>
              </a:rPr>
              <a:t>Game Board Representation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The game board is represented using a </a:t>
            </a:r>
            <a:r>
              <a:rPr lang="en-US" sz="1100" b="1" dirty="0">
                <a:ea typeface="+mn-lt"/>
                <a:cs typeface="+mn-lt"/>
              </a:rPr>
              <a:t>9-element array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Each element corresponds to a cell in the 3×3 grid.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The value can be </a:t>
            </a:r>
            <a:r>
              <a:rPr lang="en-US" sz="1100" b="1" dirty="0">
                <a:ea typeface="+mn-lt"/>
                <a:cs typeface="+mn-lt"/>
              </a:rPr>
              <a:t>X, O, or empty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 dirty="0"/>
          </a:p>
          <a:p>
            <a:pPr algn="l"/>
            <a:r>
              <a:rPr lang="en-US" sz="1100" b="1" dirty="0">
                <a:ea typeface="+mn-lt"/>
                <a:cs typeface="+mn-lt"/>
              </a:rPr>
              <a:t>Winning Algorithm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After each move, the system checks predefined winning patterns: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Rows: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[0,1,2]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[3,4,5]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[6,7,8]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Columns: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[0,3,6]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[1,4,7]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[2,5,8]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Diagonals: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[0,4,8]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[2,4,6]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If any pattern contains the same symbol (X or O), the system declares a winner.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If all cells are filled without a winning pattern, the game ends in a </a:t>
            </a:r>
            <a:r>
              <a:rPr lang="en-US" sz="1100" b="1" dirty="0">
                <a:ea typeface="+mn-lt"/>
                <a:cs typeface="+mn-lt"/>
              </a:rPr>
              <a:t>draw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 dirty="0"/>
          </a:p>
          <a:p>
            <a:pPr algn="l"/>
            <a:r>
              <a:rPr lang="en-US" sz="1100" b="1" dirty="0">
                <a:ea typeface="+mn-lt"/>
                <a:cs typeface="+mn-lt"/>
              </a:rPr>
              <a:t>Additional Algorithms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Badge assignment based on total wins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Leaderboard ranking using win statistics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Forum post management using </a:t>
            </a:r>
            <a:r>
              <a:rPr lang="en-US" sz="1100" b="1" dirty="0" err="1">
                <a:ea typeface="+mn-lt"/>
                <a:cs typeface="+mn-lt"/>
              </a:rPr>
              <a:t>localStorage</a:t>
            </a:r>
            <a:endParaRPr lang="en-US" sz="1100" dirty="0" err="1"/>
          </a:p>
          <a:p>
            <a:endParaRPr lang="en-US" sz="1100" dirty="0"/>
          </a:p>
        </p:txBody>
      </p:sp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149AA4B3-BD84-D408-5254-FADBC332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193" y="1380468"/>
            <a:ext cx="3017693" cy="29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3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625C-CED2-3065-F8A0-3A4BFFA3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05198"/>
            <a:ext cx="825381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4. Conclusion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9D793-E066-5E01-4DA1-C7773AF9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49353"/>
            <a:ext cx="5187774" cy="340093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ea typeface="+mn-lt"/>
                <a:cs typeface="+mn-lt"/>
              </a:rPr>
              <a:t>T</a:t>
            </a:r>
            <a:r>
              <a:rPr lang="en-US" sz="1100" dirty="0">
                <a:ea typeface="+mn-lt"/>
                <a:cs typeface="+mn-lt"/>
              </a:rPr>
              <a:t>he TTT Arena project demonstrates how a simple traditional game can be enhanced using modern web development technologies.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The platform successfully integrates gameplay with interactive features such as: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Real-time </a:t>
            </a:r>
            <a:r>
              <a:rPr lang="en-US" sz="1100" b="1" dirty="0">
                <a:ea typeface="+mn-lt"/>
                <a:cs typeface="+mn-lt"/>
              </a:rPr>
              <a:t>s</a:t>
            </a:r>
            <a:r>
              <a:rPr lang="en-US" sz="1100" dirty="0">
                <a:ea typeface="+mn-lt"/>
                <a:cs typeface="+mn-lt"/>
              </a:rPr>
              <a:t>core tracking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Leaderboard and badge system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Theme customization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Community discussion forum</a:t>
            </a:r>
            <a:endParaRPr lang="en-US" sz="1100"/>
          </a:p>
          <a:p>
            <a:pPr algn="l"/>
            <a:r>
              <a:rPr lang="en-US" sz="1100" dirty="0">
                <a:ea typeface="+mn-lt"/>
                <a:cs typeface="+mn-lt"/>
              </a:rPr>
              <a:t>These features significantly improve user engagement and overall gaming experience.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The project also demonstrates practical implementation of: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HTML5 for structure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CSS3 for styling and animations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JavaScript for game logic and interactivity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 err="1">
                <a:ea typeface="+mn-lt"/>
                <a:cs typeface="+mn-lt"/>
              </a:rPr>
              <a:t>LocalStorage</a:t>
            </a:r>
            <a:r>
              <a:rPr lang="en-US" sz="1100" dirty="0">
                <a:ea typeface="+mn-lt"/>
                <a:cs typeface="+mn-lt"/>
              </a:rPr>
              <a:t> for persistent data storage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Future Enhancements</a:t>
            </a:r>
            <a:endParaRPr lang="en-US" sz="1100" dirty="0"/>
          </a:p>
          <a:p>
            <a:pPr algn="l"/>
            <a:r>
              <a:rPr lang="en-US" sz="1100" dirty="0">
                <a:ea typeface="+mn-lt"/>
                <a:cs typeface="+mn-lt"/>
              </a:rPr>
              <a:t>The system can be further improved by adding: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Artificial Intelligence (AI) opponent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Sound effects and background music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Online multiplayer support</a:t>
            </a:r>
            <a:endParaRPr lang="en-US" sz="1100" dirty="0"/>
          </a:p>
          <a:p>
            <a:pPr marL="285750" indent="-285750" algn="l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User authentication for multi-device progress</a:t>
            </a:r>
            <a:endParaRPr lang="en-US" sz="1100" dirty="0"/>
          </a:p>
          <a:p>
            <a:endParaRPr lang="en-US" sz="11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DDB32D-9E4F-0BD3-ECE6-A57DA5AC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107" y="2182728"/>
            <a:ext cx="4126361" cy="258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2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7040" y="2892926"/>
            <a:ext cx="18091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237" y="942350"/>
            <a:ext cx="3819524" cy="1200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(16:9)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Problem Statement </vt:lpstr>
      <vt:lpstr>2. Solution </vt:lpstr>
      <vt:lpstr>3. Working/Methods &amp; Algorithms.</vt:lpstr>
      <vt:lpstr>4. Conclusion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</dc:title>
  <cp:revision>132</cp:revision>
  <dcterms:created xsi:type="dcterms:W3CDTF">2026-03-10T15:09:27Z</dcterms:created>
  <dcterms:modified xsi:type="dcterms:W3CDTF">2026-03-10T15:34:47Z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2026-03-10T00:00:00Z</vt:filetime>
  </property>
</Properties>
</file>